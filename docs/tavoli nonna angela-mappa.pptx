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6" d="100"/>
          <a:sy n="66" d="100"/>
        </p:scale>
        <p:origin x="104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7078A-479A-C64C-979A-0F65CF156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FC691-2468-51EC-A7D5-35FDBCBA8C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DA62C-0A25-1D07-82F1-63D4F4FD7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0213D-A345-46DE-BDF1-3FE41A705BD6}" type="datetimeFigureOut">
              <a:rPr lang="es-ES" smtClean="0"/>
              <a:t>04/06/2026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1CABC-BB4B-2B36-4CFE-D1EC789B6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87043-E0DC-F5B4-46BC-5F4FBF44A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B668-164A-4512-B208-9350EF9738E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42481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2E31B-193D-8ABB-87B2-0351957E7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EE8C3-93E8-87F5-C96B-A4077EA11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D0381-9EE2-66A3-F1B7-E7AB0C172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0213D-A345-46DE-BDF1-3FE41A705BD6}" type="datetimeFigureOut">
              <a:rPr lang="es-ES" smtClean="0"/>
              <a:t>04/06/2026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BE753-1899-06FA-32AF-657506091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89BF0-3EDB-CB1D-130F-871B10072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B668-164A-4512-B208-9350EF9738E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0710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74B1D-503F-FEBC-1A55-B8D7B3BB8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6D521E-57EA-0FE7-ECC0-269FDB7ED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6A4DA-CB51-D988-BE82-B8F470D95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0213D-A345-46DE-BDF1-3FE41A705BD6}" type="datetimeFigureOut">
              <a:rPr lang="es-ES" smtClean="0"/>
              <a:t>04/06/2026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E7A69-CBD5-87CB-C032-2F9DF0247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0A4DF-D060-A525-EC6D-C876DDBC3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B668-164A-4512-B208-9350EF9738E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1844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4E5A8-FD0B-1273-6D3C-95146FE2A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8E6B9-0EF9-62B8-6B69-7956B6FCB6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46F0C1-1224-B24D-35CF-DE4841260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796C09-0A7C-83CB-22A6-AD59EC170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0213D-A345-46DE-BDF1-3FE41A705BD6}" type="datetimeFigureOut">
              <a:rPr lang="es-ES" smtClean="0"/>
              <a:t>04/06/2026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E1C19-6FE6-9CBC-B331-55D2331C0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B1DA35-79B8-271C-B94D-05C5EE8B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B668-164A-4512-B208-9350EF9738E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1341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8082B-C89F-4F73-49FA-3E7CE4772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F2173-EEA2-DC28-7AE3-8E719D344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11879A-B792-7910-1078-9B4B95B1B2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BEBC91-DDA0-18E4-3CF1-91B239846E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721224-8487-B553-2B82-5DA1C67CBE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4B6B95-67B8-4DDA-2A29-168F7B98A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0213D-A345-46DE-BDF1-3FE41A705BD6}" type="datetimeFigureOut">
              <a:rPr lang="es-ES" smtClean="0"/>
              <a:t>04/06/2026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747D5F-02E6-FB17-1FF6-CD0CDBC8B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510879-8D66-3FEF-4969-8406AA039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B668-164A-4512-B208-9350EF9738E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5010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1E82-9967-06E8-763E-C64C5FD83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CFE5C-B710-E2B7-A9B1-DA51CD61F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0213D-A345-46DE-BDF1-3FE41A705BD6}" type="datetimeFigureOut">
              <a:rPr lang="es-ES" smtClean="0"/>
              <a:t>04/06/2026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100197-DE4E-3374-E99D-46DDF3CD1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0812B8-7380-8DB0-F780-3F6E1A997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B668-164A-4512-B208-9350EF9738E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6236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B8BD9C-9512-461A-F904-EF24621C3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0213D-A345-46DE-BDF1-3FE41A705BD6}" type="datetimeFigureOut">
              <a:rPr lang="es-ES" smtClean="0"/>
              <a:t>04/06/2026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692203-6428-6214-7EB9-A0BF46795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183FE3-B30B-5673-6480-9857AFD1D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B668-164A-4512-B208-9350EF9738E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2209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373C6-BDC6-E815-8755-85C7EB1A2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21E19-5E2C-A308-D2B1-5370ABC7C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63E86D-1B5C-3147-D27D-BE9BE1147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CB3249-D69F-14BD-D67C-EAC38A7A5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0213D-A345-46DE-BDF1-3FE41A705BD6}" type="datetimeFigureOut">
              <a:rPr lang="es-ES" smtClean="0"/>
              <a:t>04/06/2026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4DB2CE-C30E-2B4D-9809-2D90B4AC3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B0418-A7AF-B480-B97D-692201DC5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B668-164A-4512-B208-9350EF9738E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0515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DDE5F-C299-9849-2FAF-F07276472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4BD5DF-8614-F5D1-0E42-F136613F82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85F7E3-10D6-AA71-89CB-315856B49B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E77DCB-5E0C-6531-5039-12FB9134A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0213D-A345-46DE-BDF1-3FE41A705BD6}" type="datetimeFigureOut">
              <a:rPr lang="es-ES" smtClean="0"/>
              <a:t>04/06/2026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AC0A9D-C17F-4049-F911-679E6D9C7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0540CB-AAE5-F4CB-281E-AAEFED85D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B668-164A-4512-B208-9350EF9738E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68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DC618-2EA9-2CFA-1B66-E5B48D758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943541-983D-6B91-B24E-2C917B0AB4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0066E-FC70-525A-A709-50380B264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0213D-A345-46DE-BDF1-3FE41A705BD6}" type="datetimeFigureOut">
              <a:rPr lang="es-ES" smtClean="0"/>
              <a:t>04/06/2026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E458D-6BBA-6C9A-B305-57A33740D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D948E-385D-EC47-01FF-6773454B9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B668-164A-4512-B208-9350EF9738E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7252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682534-A384-508C-CD36-73085B2A52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6843C9-DE7D-7CC6-0FCE-6D457E9A54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822FB-322D-8AFE-1C4F-07D8D67F4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0213D-A345-46DE-BDF1-3FE41A705BD6}" type="datetimeFigureOut">
              <a:rPr lang="es-ES" smtClean="0"/>
              <a:t>04/06/2026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85A4A-86B0-B438-042B-558B9CAF1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880DD-0528-0E3E-9E9F-5D1E00992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6B668-164A-4512-B208-9350EF9738E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3920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62C55F-3204-8DBE-98B9-5E903548D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5EC520-C3F6-83E6-D754-7CAF643E0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25E68-BCF8-C44F-FAA8-1E4CE39387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C0213D-A345-46DE-BDF1-3FE41A705BD6}" type="datetimeFigureOut">
              <a:rPr lang="es-ES" smtClean="0"/>
              <a:t>04/06/2026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F7092-D4B9-966F-0A1C-40F5C867D6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72160-886F-EFC7-DC12-2158EA9639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A6B668-164A-4512-B208-9350EF9738E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7238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oup 93">
            <a:extLst>
              <a:ext uri="{FF2B5EF4-FFF2-40B4-BE49-F238E27FC236}">
                <a16:creationId xmlns:a16="http://schemas.microsoft.com/office/drawing/2014/main" id="{8D07DD1B-366F-4566-B68F-508AF80C13D9}"/>
              </a:ext>
            </a:extLst>
          </p:cNvPr>
          <p:cNvGrpSpPr/>
          <p:nvPr/>
        </p:nvGrpSpPr>
        <p:grpSpPr>
          <a:xfrm>
            <a:off x="566058" y="106094"/>
            <a:ext cx="10991099" cy="6468878"/>
            <a:chOff x="566058" y="106094"/>
            <a:chExt cx="10991099" cy="6468878"/>
          </a:xfrm>
        </p:grpSpPr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5A500282-889B-1387-0364-DE8FA9AAF78E}"/>
                </a:ext>
              </a:extLst>
            </p:cNvPr>
            <p:cNvGrpSpPr/>
            <p:nvPr/>
          </p:nvGrpSpPr>
          <p:grpSpPr>
            <a:xfrm>
              <a:off x="566058" y="106094"/>
              <a:ext cx="10991099" cy="6468878"/>
              <a:chOff x="566058" y="106094"/>
              <a:chExt cx="10991099" cy="6468878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0BC6AE09-79EC-171E-3D77-C1CA7E5956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6058" y="2656114"/>
                <a:ext cx="0" cy="391885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E31FDB25-A73B-A16C-65A9-E2668B31B0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6058" y="1487714"/>
                <a:ext cx="3505199" cy="1168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DD9F9DCB-5934-523A-4B37-65591CCEE4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71257" y="1487714"/>
                <a:ext cx="1600199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8A533872-F322-2775-658A-A7E8A3DFCE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52343" y="1487714"/>
                <a:ext cx="1600199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E77D6F3-38EA-6EF4-E8BC-2674940D2F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52542" y="1487714"/>
                <a:ext cx="3004615" cy="503645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AE626DBF-BE51-6EA7-4AAC-1DDD933BF09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6058" y="6549572"/>
                <a:ext cx="10991099" cy="254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438A317-6F51-71E6-0D7C-345828A1939A}"/>
                  </a:ext>
                </a:extLst>
              </p:cNvPr>
              <p:cNvSpPr/>
              <p:nvPr/>
            </p:nvSpPr>
            <p:spPr>
              <a:xfrm>
                <a:off x="566058" y="4201887"/>
                <a:ext cx="972456" cy="99785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dirty="0"/>
                  <a:t>1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22EE53C-68EC-9D03-FB7D-21F6FBBA7720}"/>
                  </a:ext>
                </a:extLst>
              </p:cNvPr>
              <p:cNvSpPr/>
              <p:nvPr/>
            </p:nvSpPr>
            <p:spPr>
              <a:xfrm>
                <a:off x="2946401" y="4116615"/>
                <a:ext cx="972456" cy="99785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dirty="0"/>
                  <a:t>9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3A53CE0C-B4FA-1541-0246-5EBD357D8509}"/>
                  </a:ext>
                </a:extLst>
              </p:cNvPr>
              <p:cNvSpPr/>
              <p:nvPr/>
            </p:nvSpPr>
            <p:spPr>
              <a:xfrm>
                <a:off x="4385128" y="4116615"/>
                <a:ext cx="972456" cy="99785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dirty="0"/>
                  <a:t>8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64CD6549-375A-C6EA-8828-5E54C5511A49}"/>
                  </a:ext>
                </a:extLst>
              </p:cNvPr>
              <p:cNvSpPr/>
              <p:nvPr/>
            </p:nvSpPr>
            <p:spPr>
              <a:xfrm>
                <a:off x="5827487" y="4116615"/>
                <a:ext cx="972456" cy="99785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dirty="0"/>
                  <a:t>7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658325A-169E-B3D5-D780-3F2BD2A07DDF}"/>
                  </a:ext>
                </a:extLst>
              </p:cNvPr>
              <p:cNvSpPr/>
              <p:nvPr/>
            </p:nvSpPr>
            <p:spPr>
              <a:xfrm rot="19810745">
                <a:off x="8838716" y="3340356"/>
                <a:ext cx="972456" cy="99785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dirty="0"/>
                  <a:t>5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DB2BF7E-B6CB-88A1-76E7-9CD4AD2EB20C}"/>
                  </a:ext>
                </a:extLst>
              </p:cNvPr>
              <p:cNvSpPr/>
              <p:nvPr/>
            </p:nvSpPr>
            <p:spPr>
              <a:xfrm>
                <a:off x="6952343" y="3429000"/>
                <a:ext cx="1447798" cy="1349312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srgbClr val="92D050"/>
                  </a:solidFill>
                  <a:highlight>
                    <a:srgbClr val="00FF00"/>
                  </a:highlight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2C17BF1-4E9D-07D5-A707-D46A7676FA01}"/>
                  </a:ext>
                </a:extLst>
              </p:cNvPr>
              <p:cNvSpPr/>
              <p:nvPr/>
            </p:nvSpPr>
            <p:spPr>
              <a:xfrm>
                <a:off x="1264887" y="2423567"/>
                <a:ext cx="1769895" cy="99785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dirty="0"/>
                  <a:t>2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DDF27E61-EEA4-BF63-4F58-68CB61970F4A}"/>
                  </a:ext>
                </a:extLst>
              </p:cNvPr>
              <p:cNvSpPr/>
              <p:nvPr/>
            </p:nvSpPr>
            <p:spPr>
              <a:xfrm>
                <a:off x="3894153" y="2347687"/>
                <a:ext cx="1769895" cy="99785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dirty="0"/>
                  <a:t>3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FE5BA2F0-842C-D228-0CC7-453A405FDFC1}"/>
                  </a:ext>
                </a:extLst>
              </p:cNvPr>
              <p:cNvSpPr/>
              <p:nvPr/>
            </p:nvSpPr>
            <p:spPr>
              <a:xfrm rot="19797889">
                <a:off x="7206769" y="1946730"/>
                <a:ext cx="1769895" cy="99785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dirty="0"/>
                  <a:t>4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7C825665-26B1-97F8-9B23-350958EFC3DE}"/>
                  </a:ext>
                </a:extLst>
              </p:cNvPr>
              <p:cNvSpPr/>
              <p:nvPr/>
            </p:nvSpPr>
            <p:spPr>
              <a:xfrm rot="19797889">
                <a:off x="9032093" y="4991491"/>
                <a:ext cx="1769895" cy="99785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dirty="0"/>
                  <a:t>6</a:t>
                </a: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73D06730-ED50-0CF1-ECC4-4BB9E81829D4}"/>
                  </a:ext>
                </a:extLst>
              </p:cNvPr>
              <p:cNvSpPr/>
              <p:nvPr/>
            </p:nvSpPr>
            <p:spPr>
              <a:xfrm>
                <a:off x="962286" y="3958843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52D31ED8-F1C2-1611-0D63-B30CCC463BF0}"/>
                  </a:ext>
                </a:extLst>
              </p:cNvPr>
              <p:cNvSpPr/>
              <p:nvPr/>
            </p:nvSpPr>
            <p:spPr>
              <a:xfrm>
                <a:off x="962286" y="5308672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65AA1B26-586E-3043-2EDC-2F5692843411}"/>
                  </a:ext>
                </a:extLst>
              </p:cNvPr>
              <p:cNvSpPr/>
              <p:nvPr/>
            </p:nvSpPr>
            <p:spPr>
              <a:xfrm>
                <a:off x="3342629" y="5218672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50F53B2A-3A13-A375-B2B4-78CBDCA20FD8}"/>
                  </a:ext>
                </a:extLst>
              </p:cNvPr>
              <p:cNvSpPr/>
              <p:nvPr/>
            </p:nvSpPr>
            <p:spPr>
              <a:xfrm>
                <a:off x="4757414" y="5232399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36DADB1E-D0BC-5A3F-5270-3886F0260507}"/>
                  </a:ext>
                </a:extLst>
              </p:cNvPr>
              <p:cNvSpPr/>
              <p:nvPr/>
            </p:nvSpPr>
            <p:spPr>
              <a:xfrm>
                <a:off x="3283705" y="3887772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CE5D01BE-D013-EE60-9F8C-93F56167257E}"/>
                  </a:ext>
                </a:extLst>
              </p:cNvPr>
              <p:cNvSpPr/>
              <p:nvPr/>
            </p:nvSpPr>
            <p:spPr>
              <a:xfrm>
                <a:off x="4757414" y="3887772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C6740DBD-F9F6-1471-53BA-D787034EA6B2}"/>
                  </a:ext>
                </a:extLst>
              </p:cNvPr>
              <p:cNvGrpSpPr/>
              <p:nvPr/>
            </p:nvGrpSpPr>
            <p:grpSpPr>
              <a:xfrm>
                <a:off x="6196116" y="3887772"/>
                <a:ext cx="215007" cy="1524627"/>
                <a:chOff x="6196116" y="3887772"/>
                <a:chExt cx="215007" cy="1524627"/>
              </a:xfrm>
            </p:grpSpPr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72877D4B-3B6E-2B38-21F5-5AD1311DD84C}"/>
                    </a:ext>
                  </a:extLst>
                </p:cNvPr>
                <p:cNvSpPr/>
                <p:nvPr/>
              </p:nvSpPr>
              <p:spPr>
                <a:xfrm>
                  <a:off x="6231123" y="5232399"/>
                  <a:ext cx="180000" cy="180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BB7995A4-F8D3-818B-0646-F0C32BFFFDF7}"/>
                    </a:ext>
                  </a:extLst>
                </p:cNvPr>
                <p:cNvSpPr/>
                <p:nvPr/>
              </p:nvSpPr>
              <p:spPr>
                <a:xfrm>
                  <a:off x="6196116" y="3887772"/>
                  <a:ext cx="180000" cy="180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9F6652A5-B66D-52F0-F007-0A2DD2DAB351}"/>
                  </a:ext>
                </a:extLst>
              </p:cNvPr>
              <p:cNvSpPr/>
              <p:nvPr/>
            </p:nvSpPr>
            <p:spPr>
              <a:xfrm>
                <a:off x="1829509" y="3497945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DF7FEE4E-FE5F-F24E-900D-0DF8BFF4612B}"/>
                  </a:ext>
                </a:extLst>
              </p:cNvPr>
              <p:cNvSpPr/>
              <p:nvPr/>
            </p:nvSpPr>
            <p:spPr>
              <a:xfrm>
                <a:off x="2433957" y="3519751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483C61B1-A68C-EFC1-280C-7A33C3C07097}"/>
                  </a:ext>
                </a:extLst>
              </p:cNvPr>
              <p:cNvSpPr/>
              <p:nvPr/>
            </p:nvSpPr>
            <p:spPr>
              <a:xfrm>
                <a:off x="1833132" y="2243567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1C64A1B2-E568-E2BC-7BA6-FDB6254443F4}"/>
                  </a:ext>
                </a:extLst>
              </p:cNvPr>
              <p:cNvSpPr/>
              <p:nvPr/>
            </p:nvSpPr>
            <p:spPr>
              <a:xfrm>
                <a:off x="2433957" y="2217357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7A0C4F51-31CE-AF9B-E4FE-D072E0635D33}"/>
                  </a:ext>
                </a:extLst>
              </p:cNvPr>
              <p:cNvGrpSpPr/>
              <p:nvPr/>
            </p:nvGrpSpPr>
            <p:grpSpPr>
              <a:xfrm>
                <a:off x="4438547" y="2105551"/>
                <a:ext cx="784448" cy="1482394"/>
                <a:chOff x="4438547" y="2105551"/>
                <a:chExt cx="784448" cy="1482394"/>
              </a:xfrm>
            </p:grpSpPr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E90B4578-79BA-A61D-8859-8C405C1E9BD5}"/>
                    </a:ext>
                  </a:extLst>
                </p:cNvPr>
                <p:cNvSpPr/>
                <p:nvPr/>
              </p:nvSpPr>
              <p:spPr>
                <a:xfrm>
                  <a:off x="4438547" y="3386139"/>
                  <a:ext cx="180000" cy="180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54F36E4F-2A65-6E9F-A9A4-48ADB2508307}"/>
                    </a:ext>
                  </a:extLst>
                </p:cNvPr>
                <p:cNvSpPr/>
                <p:nvPr/>
              </p:nvSpPr>
              <p:spPr>
                <a:xfrm>
                  <a:off x="5042995" y="3407945"/>
                  <a:ext cx="180000" cy="180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74A7E4C8-4277-C821-876D-98A31FD4E9EB}"/>
                    </a:ext>
                  </a:extLst>
                </p:cNvPr>
                <p:cNvSpPr/>
                <p:nvPr/>
              </p:nvSpPr>
              <p:spPr>
                <a:xfrm>
                  <a:off x="4442170" y="2131761"/>
                  <a:ext cx="180000" cy="180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ABEE21EB-0B52-2EAA-2CE1-943F453CFAE7}"/>
                    </a:ext>
                  </a:extLst>
                </p:cNvPr>
                <p:cNvSpPr/>
                <p:nvPr/>
              </p:nvSpPr>
              <p:spPr>
                <a:xfrm>
                  <a:off x="5042995" y="2105551"/>
                  <a:ext cx="180000" cy="180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AC545DCE-FBB2-412E-D79E-220D8FDECE60}"/>
                  </a:ext>
                </a:extLst>
              </p:cNvPr>
              <p:cNvGrpSpPr/>
              <p:nvPr/>
            </p:nvGrpSpPr>
            <p:grpSpPr>
              <a:xfrm rot="19840523">
                <a:off x="9682876" y="4687260"/>
                <a:ext cx="784448" cy="1482394"/>
                <a:chOff x="7633505" y="1693648"/>
                <a:chExt cx="784448" cy="1482394"/>
              </a:xfrm>
            </p:grpSpPr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0F482628-5F0A-ED24-00D4-C93C2BC84C86}"/>
                    </a:ext>
                  </a:extLst>
                </p:cNvPr>
                <p:cNvSpPr/>
                <p:nvPr/>
              </p:nvSpPr>
              <p:spPr>
                <a:xfrm>
                  <a:off x="7633505" y="2974236"/>
                  <a:ext cx="180000" cy="180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E1783E38-4026-03D4-4B0A-981622B639DA}"/>
                    </a:ext>
                  </a:extLst>
                </p:cNvPr>
                <p:cNvSpPr/>
                <p:nvPr/>
              </p:nvSpPr>
              <p:spPr>
                <a:xfrm>
                  <a:off x="8237953" y="2996042"/>
                  <a:ext cx="180000" cy="180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5793760A-C504-6ACF-5D3D-779CB8A75FC7}"/>
                    </a:ext>
                  </a:extLst>
                </p:cNvPr>
                <p:cNvSpPr/>
                <p:nvPr/>
              </p:nvSpPr>
              <p:spPr>
                <a:xfrm>
                  <a:off x="7637128" y="1719858"/>
                  <a:ext cx="180000" cy="180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29601E67-32A5-0A70-5082-9157B066AB68}"/>
                    </a:ext>
                  </a:extLst>
                </p:cNvPr>
                <p:cNvSpPr/>
                <p:nvPr/>
              </p:nvSpPr>
              <p:spPr>
                <a:xfrm>
                  <a:off x="8237953" y="1693648"/>
                  <a:ext cx="180000" cy="180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52A0C1CA-BF84-7965-B6CF-A2CDF3BDB4C8}"/>
                  </a:ext>
                </a:extLst>
              </p:cNvPr>
              <p:cNvGrpSpPr/>
              <p:nvPr/>
            </p:nvGrpSpPr>
            <p:grpSpPr>
              <a:xfrm rot="19840523">
                <a:off x="7766297" y="1613272"/>
                <a:ext cx="784448" cy="1482394"/>
                <a:chOff x="7633505" y="1693648"/>
                <a:chExt cx="784448" cy="1482394"/>
              </a:xfrm>
            </p:grpSpPr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E0647082-E212-B091-88D4-FC25630B6C0F}"/>
                    </a:ext>
                  </a:extLst>
                </p:cNvPr>
                <p:cNvSpPr/>
                <p:nvPr/>
              </p:nvSpPr>
              <p:spPr>
                <a:xfrm>
                  <a:off x="7633505" y="2974236"/>
                  <a:ext cx="180000" cy="180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0FB154D9-EDA7-D6B7-9CCA-B79E13E856F7}"/>
                    </a:ext>
                  </a:extLst>
                </p:cNvPr>
                <p:cNvSpPr/>
                <p:nvPr/>
              </p:nvSpPr>
              <p:spPr>
                <a:xfrm>
                  <a:off x="8237953" y="2996042"/>
                  <a:ext cx="180000" cy="180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672AB985-4D32-84BC-7A55-C6CB7E73A04E}"/>
                    </a:ext>
                  </a:extLst>
                </p:cNvPr>
                <p:cNvSpPr/>
                <p:nvPr/>
              </p:nvSpPr>
              <p:spPr>
                <a:xfrm>
                  <a:off x="7637128" y="1719858"/>
                  <a:ext cx="180000" cy="180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82A890D1-EB10-3EDE-69E2-AA00B51FA196}"/>
                    </a:ext>
                  </a:extLst>
                </p:cNvPr>
                <p:cNvSpPr/>
                <p:nvPr/>
              </p:nvSpPr>
              <p:spPr>
                <a:xfrm>
                  <a:off x="8237953" y="1693648"/>
                  <a:ext cx="180000" cy="180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A61E991E-871D-CDAF-37B6-4ACE2AC7F003}"/>
                  </a:ext>
                </a:extLst>
              </p:cNvPr>
              <p:cNvGrpSpPr/>
              <p:nvPr/>
            </p:nvGrpSpPr>
            <p:grpSpPr>
              <a:xfrm rot="19946313">
                <a:off x="9204956" y="3076884"/>
                <a:ext cx="215007" cy="1524627"/>
                <a:chOff x="6196116" y="3887772"/>
                <a:chExt cx="215007" cy="1524627"/>
              </a:xfrm>
            </p:grpSpPr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40DEC6C3-DBF3-C30C-A04B-CD2BB623EC28}"/>
                    </a:ext>
                  </a:extLst>
                </p:cNvPr>
                <p:cNvSpPr/>
                <p:nvPr/>
              </p:nvSpPr>
              <p:spPr>
                <a:xfrm>
                  <a:off x="6231123" y="5232399"/>
                  <a:ext cx="180000" cy="180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DD121C96-1DD2-0D09-C6AE-AFB793D40E39}"/>
                    </a:ext>
                  </a:extLst>
                </p:cNvPr>
                <p:cNvSpPr/>
                <p:nvPr/>
              </p:nvSpPr>
              <p:spPr>
                <a:xfrm>
                  <a:off x="6196116" y="3887772"/>
                  <a:ext cx="180000" cy="180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A4317BEA-D834-158C-4F42-1B30C11F1868}"/>
                  </a:ext>
                </a:extLst>
              </p:cNvPr>
              <p:cNvSpPr txBox="1"/>
              <p:nvPr/>
            </p:nvSpPr>
            <p:spPr>
              <a:xfrm>
                <a:off x="709220" y="4187591"/>
                <a:ext cx="10432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dirty="0">
                    <a:solidFill>
                      <a:srgbClr val="92D050"/>
                    </a:solidFill>
                  </a:rPr>
                  <a:t>2/3px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B96986BF-3A6E-F6C6-03F7-E454FE905ABE}"/>
                  </a:ext>
                </a:extLst>
              </p:cNvPr>
              <p:cNvSpPr txBox="1"/>
              <p:nvPr/>
            </p:nvSpPr>
            <p:spPr>
              <a:xfrm>
                <a:off x="3043855" y="4112991"/>
                <a:ext cx="10432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dirty="0">
                    <a:solidFill>
                      <a:srgbClr val="92D050"/>
                    </a:solidFill>
                  </a:rPr>
                  <a:t>2/3px</a:t>
                </a: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82A47DA7-0BF3-7B5D-6B33-8980E0357BE7}"/>
                  </a:ext>
                </a:extLst>
              </p:cNvPr>
              <p:cNvSpPr txBox="1"/>
              <p:nvPr/>
            </p:nvSpPr>
            <p:spPr>
              <a:xfrm>
                <a:off x="4438547" y="4108368"/>
                <a:ext cx="10432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dirty="0">
                    <a:solidFill>
                      <a:srgbClr val="92D050"/>
                    </a:solidFill>
                  </a:rPr>
                  <a:t>2/3px</a:t>
                </a: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8DD16C03-2C98-B2D0-E56B-AD3479FACBEB}"/>
                  </a:ext>
                </a:extLst>
              </p:cNvPr>
              <p:cNvSpPr txBox="1"/>
              <p:nvPr/>
            </p:nvSpPr>
            <p:spPr>
              <a:xfrm>
                <a:off x="5925261" y="4112604"/>
                <a:ext cx="10432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dirty="0">
                    <a:solidFill>
                      <a:srgbClr val="92D050"/>
                    </a:solidFill>
                  </a:rPr>
                  <a:t>2/3px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B74ABA4-0150-D19E-A7F9-3AB59C85C002}"/>
                  </a:ext>
                </a:extLst>
              </p:cNvPr>
              <p:cNvSpPr txBox="1"/>
              <p:nvPr/>
            </p:nvSpPr>
            <p:spPr>
              <a:xfrm rot="19686574">
                <a:off x="8871596" y="3231642"/>
                <a:ext cx="10432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dirty="0">
                    <a:solidFill>
                      <a:srgbClr val="92D050"/>
                    </a:solidFill>
                  </a:rPr>
                  <a:t>2/3px</a:t>
                </a: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8B00198E-2992-9E6B-4CF9-57E0D02615EE}"/>
                  </a:ext>
                </a:extLst>
              </p:cNvPr>
              <p:cNvSpPr txBox="1"/>
              <p:nvPr/>
            </p:nvSpPr>
            <p:spPr>
              <a:xfrm>
                <a:off x="2215316" y="2435303"/>
                <a:ext cx="10432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dirty="0">
                    <a:solidFill>
                      <a:srgbClr val="92D050"/>
                    </a:solidFill>
                  </a:rPr>
                  <a:t>4/5px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78B5031D-8B98-5CB2-5E0B-7F4B8111AA0D}"/>
                  </a:ext>
                </a:extLst>
              </p:cNvPr>
              <p:cNvSpPr txBox="1"/>
              <p:nvPr/>
            </p:nvSpPr>
            <p:spPr>
              <a:xfrm>
                <a:off x="4775427" y="2420619"/>
                <a:ext cx="10432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dirty="0">
                    <a:solidFill>
                      <a:srgbClr val="92D050"/>
                    </a:solidFill>
                  </a:rPr>
                  <a:t>4/5px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D0C27E32-2AF6-BD4A-A3B3-E2257B19287C}"/>
                  </a:ext>
                </a:extLst>
              </p:cNvPr>
              <p:cNvSpPr txBox="1"/>
              <p:nvPr/>
            </p:nvSpPr>
            <p:spPr>
              <a:xfrm rot="19657991">
                <a:off x="7950746" y="1665661"/>
                <a:ext cx="10432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dirty="0">
                    <a:solidFill>
                      <a:srgbClr val="92D050"/>
                    </a:solidFill>
                  </a:rPr>
                  <a:t>4/5px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08AB5AFC-9E7E-2D00-50D2-46A6ED54F8A1}"/>
                  </a:ext>
                </a:extLst>
              </p:cNvPr>
              <p:cNvSpPr txBox="1"/>
              <p:nvPr/>
            </p:nvSpPr>
            <p:spPr>
              <a:xfrm rot="19657991">
                <a:off x="9731501" y="4732101"/>
                <a:ext cx="10432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dirty="0">
                    <a:solidFill>
                      <a:srgbClr val="92D050"/>
                    </a:solidFill>
                  </a:rPr>
                  <a:t>4px</a:t>
                </a: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7E85D890-9B0E-28ED-D8D4-92B61D5977E8}"/>
                  </a:ext>
                </a:extLst>
              </p:cNvPr>
              <p:cNvSpPr/>
              <p:nvPr/>
            </p:nvSpPr>
            <p:spPr>
              <a:xfrm>
                <a:off x="1176506" y="106094"/>
                <a:ext cx="1769895" cy="99785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dirty="0"/>
                  <a:t>T1</a:t>
                </a: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408EC5E4-F93B-1ACF-F589-3EA2721645BF}"/>
                  </a:ext>
                </a:extLst>
              </p:cNvPr>
              <p:cNvSpPr/>
              <p:nvPr/>
            </p:nvSpPr>
            <p:spPr>
              <a:xfrm>
                <a:off x="4509352" y="112382"/>
                <a:ext cx="972456" cy="99785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dirty="0"/>
                  <a:t>T2</a:t>
                </a:r>
              </a:p>
            </p:txBody>
          </p:sp>
        </p:grp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1242BF54-D8DB-F8B4-DB29-037AF0068BA9}"/>
                </a:ext>
              </a:extLst>
            </p:cNvPr>
            <p:cNvSpPr txBox="1"/>
            <p:nvPr/>
          </p:nvSpPr>
          <p:spPr>
            <a:xfrm>
              <a:off x="4937414" y="1516155"/>
              <a:ext cx="11585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rgbClr val="FF0000"/>
                  </a:solidFill>
                </a:rPr>
                <a:t>TERRAZA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0068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8CF7FD7E-C7F9-F213-3BBC-C4F9C9E491AE}"/>
              </a:ext>
            </a:extLst>
          </p:cNvPr>
          <p:cNvGrpSpPr/>
          <p:nvPr/>
        </p:nvGrpSpPr>
        <p:grpSpPr>
          <a:xfrm>
            <a:off x="3048000" y="841829"/>
            <a:ext cx="5407943" cy="5414515"/>
            <a:chOff x="3048000" y="841829"/>
            <a:chExt cx="5407943" cy="5414515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7930FD4-065D-F8C5-E8C0-F7E9B92D62E2}"/>
                </a:ext>
              </a:extLst>
            </p:cNvPr>
            <p:cNvGrpSpPr/>
            <p:nvPr/>
          </p:nvGrpSpPr>
          <p:grpSpPr>
            <a:xfrm>
              <a:off x="3048000" y="841829"/>
              <a:ext cx="5407943" cy="5414515"/>
              <a:chOff x="3048000" y="841829"/>
              <a:chExt cx="5407943" cy="541451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EBC43554-50B7-2C86-4728-80A090A927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8000" y="841829"/>
                <a:ext cx="0" cy="54000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45734B1-237B-4D3B-C81A-97FC8544B1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55943" y="856344"/>
                <a:ext cx="0" cy="54000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BDC7D6F7-FE84-55F2-A88D-2F547CFBBA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8000" y="856344"/>
                <a:ext cx="540000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19DCC17B-7801-418D-4476-C7A73A0850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8000" y="6234572"/>
                <a:ext cx="540000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8A5FFA4-4E7B-26C2-803C-6BB51C7FE7C2}"/>
                  </a:ext>
                </a:extLst>
              </p:cNvPr>
              <p:cNvSpPr/>
              <p:nvPr/>
            </p:nvSpPr>
            <p:spPr>
              <a:xfrm>
                <a:off x="3736058" y="1531258"/>
                <a:ext cx="972456" cy="99785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dirty="0"/>
                  <a:t>13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95C27AA-C9E9-6CAE-8743-3019C298C32E}"/>
                  </a:ext>
                </a:extLst>
              </p:cNvPr>
              <p:cNvSpPr/>
              <p:nvPr/>
            </p:nvSpPr>
            <p:spPr>
              <a:xfrm>
                <a:off x="6795430" y="4448630"/>
                <a:ext cx="972456" cy="99785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dirty="0"/>
                  <a:t>10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46462C3-FFD1-07A1-8CAB-05DFABB96F9F}"/>
                  </a:ext>
                </a:extLst>
              </p:cNvPr>
              <p:cNvSpPr/>
              <p:nvPr/>
            </p:nvSpPr>
            <p:spPr>
              <a:xfrm>
                <a:off x="3736058" y="4448630"/>
                <a:ext cx="1769895" cy="99785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dirty="0"/>
                  <a:t>14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AE16A51-72B1-3DC0-7FA7-3C2A3B9E44EC}"/>
                  </a:ext>
                </a:extLst>
              </p:cNvPr>
              <p:cNvSpPr/>
              <p:nvPr/>
            </p:nvSpPr>
            <p:spPr>
              <a:xfrm>
                <a:off x="6096000" y="1531258"/>
                <a:ext cx="1769895" cy="99785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dirty="0"/>
                  <a:t>12</a:t>
                </a: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5C54E917-76BE-AE7A-F145-605C41DE7196}"/>
                  </a:ext>
                </a:extLst>
              </p:cNvPr>
              <p:cNvGrpSpPr/>
              <p:nvPr/>
            </p:nvGrpSpPr>
            <p:grpSpPr>
              <a:xfrm>
                <a:off x="4114782" y="1267872"/>
                <a:ext cx="215007" cy="1524627"/>
                <a:chOff x="6196116" y="3887772"/>
                <a:chExt cx="215007" cy="1524627"/>
              </a:xfrm>
            </p:grpSpPr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4C876F85-8E1C-CAD1-AB3E-8D1084A4A11D}"/>
                    </a:ext>
                  </a:extLst>
                </p:cNvPr>
                <p:cNvSpPr/>
                <p:nvPr/>
              </p:nvSpPr>
              <p:spPr>
                <a:xfrm>
                  <a:off x="6231123" y="5232399"/>
                  <a:ext cx="180000" cy="180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5AE2DE45-95CD-AFB4-EFA8-8FA7FA539730}"/>
                    </a:ext>
                  </a:extLst>
                </p:cNvPr>
                <p:cNvSpPr/>
                <p:nvPr/>
              </p:nvSpPr>
              <p:spPr>
                <a:xfrm>
                  <a:off x="6196116" y="3887772"/>
                  <a:ext cx="180000" cy="180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DE833BB7-6D4A-DCE2-9274-C68BDED70FE5}"/>
                  </a:ext>
                </a:extLst>
              </p:cNvPr>
              <p:cNvGrpSpPr/>
              <p:nvPr/>
            </p:nvGrpSpPr>
            <p:grpSpPr>
              <a:xfrm>
                <a:off x="7209162" y="4185244"/>
                <a:ext cx="215007" cy="1524627"/>
                <a:chOff x="6196116" y="3887772"/>
                <a:chExt cx="215007" cy="1524627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26F54C8F-99F0-7E12-C31F-A8CB6448095E}"/>
                    </a:ext>
                  </a:extLst>
                </p:cNvPr>
                <p:cNvSpPr/>
                <p:nvPr/>
              </p:nvSpPr>
              <p:spPr>
                <a:xfrm>
                  <a:off x="6231123" y="5232399"/>
                  <a:ext cx="180000" cy="180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4C9B510D-3600-B1A8-5854-C29056D181E3}"/>
                    </a:ext>
                  </a:extLst>
                </p:cNvPr>
                <p:cNvSpPr/>
                <p:nvPr/>
              </p:nvSpPr>
              <p:spPr>
                <a:xfrm>
                  <a:off x="6196116" y="3887772"/>
                  <a:ext cx="180000" cy="180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5A7BFD50-B048-324C-1295-0456982083B9}"/>
                  </a:ext>
                </a:extLst>
              </p:cNvPr>
              <p:cNvGrpSpPr/>
              <p:nvPr/>
            </p:nvGrpSpPr>
            <p:grpSpPr>
              <a:xfrm>
                <a:off x="6604714" y="1310105"/>
                <a:ext cx="784448" cy="1482394"/>
                <a:chOff x="4438547" y="2105551"/>
                <a:chExt cx="784448" cy="1482394"/>
              </a:xfrm>
            </p:grpSpPr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44F1BA40-7ABA-27E4-D7FC-A91A56135815}"/>
                    </a:ext>
                  </a:extLst>
                </p:cNvPr>
                <p:cNvSpPr/>
                <p:nvPr/>
              </p:nvSpPr>
              <p:spPr>
                <a:xfrm>
                  <a:off x="4438547" y="3386139"/>
                  <a:ext cx="180000" cy="180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3C5C7619-6E26-970B-137C-2E058D2A10F8}"/>
                    </a:ext>
                  </a:extLst>
                </p:cNvPr>
                <p:cNvSpPr/>
                <p:nvPr/>
              </p:nvSpPr>
              <p:spPr>
                <a:xfrm>
                  <a:off x="5042995" y="3407945"/>
                  <a:ext cx="180000" cy="180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1B15454A-F191-F602-2953-24E3A682F399}"/>
                    </a:ext>
                  </a:extLst>
                </p:cNvPr>
                <p:cNvSpPr/>
                <p:nvPr/>
              </p:nvSpPr>
              <p:spPr>
                <a:xfrm>
                  <a:off x="4442170" y="2131761"/>
                  <a:ext cx="180000" cy="180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C2866A2D-ECC4-0548-50EA-49944BE2C654}"/>
                    </a:ext>
                  </a:extLst>
                </p:cNvPr>
                <p:cNvSpPr/>
                <p:nvPr/>
              </p:nvSpPr>
              <p:spPr>
                <a:xfrm>
                  <a:off x="5042995" y="2105551"/>
                  <a:ext cx="180000" cy="180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1DE791CB-3351-1DBC-1F6B-D3EFEA4D9B22}"/>
                  </a:ext>
                </a:extLst>
              </p:cNvPr>
              <p:cNvGrpSpPr/>
              <p:nvPr/>
            </p:nvGrpSpPr>
            <p:grpSpPr>
              <a:xfrm>
                <a:off x="4239789" y="4185244"/>
                <a:ext cx="784448" cy="1482394"/>
                <a:chOff x="4438547" y="2105551"/>
                <a:chExt cx="784448" cy="1482394"/>
              </a:xfrm>
            </p:grpSpPr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030C2C22-416B-7697-3576-2A35DF60B2AF}"/>
                    </a:ext>
                  </a:extLst>
                </p:cNvPr>
                <p:cNvSpPr/>
                <p:nvPr/>
              </p:nvSpPr>
              <p:spPr>
                <a:xfrm>
                  <a:off x="4438547" y="3386139"/>
                  <a:ext cx="180000" cy="180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8AB551A1-9FA7-9BFE-4266-786E06562834}"/>
                    </a:ext>
                  </a:extLst>
                </p:cNvPr>
                <p:cNvSpPr/>
                <p:nvPr/>
              </p:nvSpPr>
              <p:spPr>
                <a:xfrm>
                  <a:off x="5042995" y="3407945"/>
                  <a:ext cx="180000" cy="180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AFB004E8-956A-E36C-5989-518036F01595}"/>
                    </a:ext>
                  </a:extLst>
                </p:cNvPr>
                <p:cNvSpPr/>
                <p:nvPr/>
              </p:nvSpPr>
              <p:spPr>
                <a:xfrm>
                  <a:off x="4442170" y="2131761"/>
                  <a:ext cx="180000" cy="180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BC482D9E-F881-9B36-D348-B0B39A86A64F}"/>
                    </a:ext>
                  </a:extLst>
                </p:cNvPr>
                <p:cNvSpPr/>
                <p:nvPr/>
              </p:nvSpPr>
              <p:spPr>
                <a:xfrm>
                  <a:off x="5042995" y="2105551"/>
                  <a:ext cx="180000" cy="180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89317E0-0053-2CD4-0DD9-1B6BE40267D9}"/>
                  </a:ext>
                </a:extLst>
              </p:cNvPr>
              <p:cNvSpPr txBox="1"/>
              <p:nvPr/>
            </p:nvSpPr>
            <p:spPr>
              <a:xfrm>
                <a:off x="3858517" y="1524002"/>
                <a:ext cx="10432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dirty="0">
                    <a:solidFill>
                      <a:srgbClr val="92D050"/>
                    </a:solidFill>
                  </a:rPr>
                  <a:t>2/3px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E89D34B-9553-374B-CF76-78436DCBE145}"/>
                  </a:ext>
                </a:extLst>
              </p:cNvPr>
              <p:cNvSpPr txBox="1"/>
              <p:nvPr/>
            </p:nvSpPr>
            <p:spPr>
              <a:xfrm>
                <a:off x="6934316" y="4448629"/>
                <a:ext cx="10432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dirty="0">
                    <a:solidFill>
                      <a:srgbClr val="92D050"/>
                    </a:solidFill>
                  </a:rPr>
                  <a:t>2/3px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336C47E-4B5D-7CA1-62F5-82F00360131A}"/>
                  </a:ext>
                </a:extLst>
              </p:cNvPr>
              <p:cNvSpPr txBox="1"/>
              <p:nvPr/>
            </p:nvSpPr>
            <p:spPr>
              <a:xfrm>
                <a:off x="7080532" y="1479249"/>
                <a:ext cx="10432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dirty="0">
                    <a:solidFill>
                      <a:srgbClr val="92D050"/>
                    </a:solidFill>
                  </a:rPr>
                  <a:t>4/5px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9568881-A943-AD69-2BBA-C0E2807052D8}"/>
                  </a:ext>
                </a:extLst>
              </p:cNvPr>
              <p:cNvSpPr txBox="1"/>
              <p:nvPr/>
            </p:nvSpPr>
            <p:spPr>
              <a:xfrm>
                <a:off x="4669628" y="4422420"/>
                <a:ext cx="10432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dirty="0">
                    <a:solidFill>
                      <a:srgbClr val="92D050"/>
                    </a:solidFill>
                  </a:rPr>
                  <a:t>4/5px</a:t>
                </a: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2C2737E-9DB4-AEF5-FB1B-71F6505A97F0}"/>
                </a:ext>
              </a:extLst>
            </p:cNvPr>
            <p:cNvSpPr txBox="1"/>
            <p:nvPr/>
          </p:nvSpPr>
          <p:spPr>
            <a:xfrm>
              <a:off x="5104910" y="3053815"/>
              <a:ext cx="11585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rgbClr val="FF0000"/>
                  </a:solidFill>
                </a:rPr>
                <a:t>SALA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8810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D5E2C-6FD1-9A4B-B421-477363E6D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FB3468DC-9A41-48A8-FE83-4A3C10C7901F}"/>
              </a:ext>
            </a:extLst>
          </p:cNvPr>
          <p:cNvGrpSpPr/>
          <p:nvPr/>
        </p:nvGrpSpPr>
        <p:grpSpPr>
          <a:xfrm>
            <a:off x="3044714" y="845115"/>
            <a:ext cx="5414515" cy="5407943"/>
            <a:chOff x="3044714" y="845115"/>
            <a:chExt cx="5414515" cy="540794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B4C465E-2DCA-6F09-8AB0-6C7FA58FE7E6}"/>
                </a:ext>
              </a:extLst>
            </p:cNvPr>
            <p:cNvGrpSpPr/>
            <p:nvPr/>
          </p:nvGrpSpPr>
          <p:grpSpPr>
            <a:xfrm rot="3531739">
              <a:off x="3048000" y="841829"/>
              <a:ext cx="5407943" cy="5414515"/>
              <a:chOff x="3048000" y="841829"/>
              <a:chExt cx="5407943" cy="541451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2DBE087-A165-79C9-09F4-C31FF74961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8000" y="841829"/>
                <a:ext cx="0" cy="54000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B5EBBDE-E83E-950E-A661-F1CA0FA7F1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55943" y="856344"/>
                <a:ext cx="0" cy="54000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FFC06E61-16D3-33F7-967E-B9E33FB318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8000" y="856344"/>
                <a:ext cx="540000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5463FF24-D2D6-E20C-C6A3-8F4B5C4D81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8000" y="6234572"/>
                <a:ext cx="540000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714B443-874F-A01D-F80D-793A663F9FFB}"/>
                </a:ext>
              </a:extLst>
            </p:cNvPr>
            <p:cNvSpPr/>
            <p:nvPr/>
          </p:nvSpPr>
          <p:spPr>
            <a:xfrm>
              <a:off x="3936000" y="3816698"/>
              <a:ext cx="2160000" cy="99785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15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B03E30C-EBB6-AE48-6D8D-EB4D182720E5}"/>
                </a:ext>
              </a:extLst>
            </p:cNvPr>
            <p:cNvSpPr/>
            <p:nvPr/>
          </p:nvSpPr>
          <p:spPr>
            <a:xfrm>
              <a:off x="5533453" y="2124410"/>
              <a:ext cx="2160000" cy="99785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16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45F9794-C754-34C0-19D0-E12C83EF8395}"/>
                </a:ext>
              </a:extLst>
            </p:cNvPr>
            <p:cNvGrpSpPr/>
            <p:nvPr/>
          </p:nvGrpSpPr>
          <p:grpSpPr>
            <a:xfrm>
              <a:off x="3999885" y="3525075"/>
              <a:ext cx="1843138" cy="180000"/>
              <a:chOff x="3999885" y="3525075"/>
              <a:chExt cx="1843138" cy="180000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A4CD340-20C1-EBFB-7579-2633C7BAB418}"/>
                  </a:ext>
                </a:extLst>
              </p:cNvPr>
              <p:cNvSpPr/>
              <p:nvPr/>
            </p:nvSpPr>
            <p:spPr>
              <a:xfrm>
                <a:off x="3999885" y="3525075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EBE4CAE-5C23-DB50-90F4-8A31110DF50B}"/>
                  </a:ext>
                </a:extLst>
              </p:cNvPr>
              <p:cNvSpPr/>
              <p:nvPr/>
            </p:nvSpPr>
            <p:spPr>
              <a:xfrm>
                <a:off x="4534135" y="3525075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0A0A18C-9010-46BA-E0CD-69364115E16C}"/>
                  </a:ext>
                </a:extLst>
              </p:cNvPr>
              <p:cNvSpPr/>
              <p:nvPr/>
            </p:nvSpPr>
            <p:spPr>
              <a:xfrm>
                <a:off x="5057809" y="3525075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928AE2BB-13FD-EECE-79BC-B212708A6C50}"/>
                  </a:ext>
                </a:extLst>
              </p:cNvPr>
              <p:cNvSpPr/>
              <p:nvPr/>
            </p:nvSpPr>
            <p:spPr>
              <a:xfrm>
                <a:off x="5663023" y="3525075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6A2FD5E-D76F-23AA-5C1C-614308BBEC98}"/>
                </a:ext>
              </a:extLst>
            </p:cNvPr>
            <p:cNvGrpSpPr/>
            <p:nvPr/>
          </p:nvGrpSpPr>
          <p:grpSpPr>
            <a:xfrm>
              <a:off x="4094431" y="4963890"/>
              <a:ext cx="1843138" cy="180000"/>
              <a:chOff x="3999885" y="3525075"/>
              <a:chExt cx="1843138" cy="18000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F71CA690-A404-81AF-1A89-1F9D6929AD55}"/>
                  </a:ext>
                </a:extLst>
              </p:cNvPr>
              <p:cNvSpPr/>
              <p:nvPr/>
            </p:nvSpPr>
            <p:spPr>
              <a:xfrm>
                <a:off x="3999885" y="3525075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57761D4-27D1-EB02-9C82-63F8B9C5438D}"/>
                  </a:ext>
                </a:extLst>
              </p:cNvPr>
              <p:cNvSpPr/>
              <p:nvPr/>
            </p:nvSpPr>
            <p:spPr>
              <a:xfrm>
                <a:off x="4534135" y="3525075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2C32BE9-6858-04F9-A1E8-4A66D4BDBCC6}"/>
                  </a:ext>
                </a:extLst>
              </p:cNvPr>
              <p:cNvSpPr/>
              <p:nvPr/>
            </p:nvSpPr>
            <p:spPr>
              <a:xfrm>
                <a:off x="5057809" y="3525075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943033B-513F-E64C-C673-2EBC37642D58}"/>
                  </a:ext>
                </a:extLst>
              </p:cNvPr>
              <p:cNvSpPr/>
              <p:nvPr/>
            </p:nvSpPr>
            <p:spPr>
              <a:xfrm>
                <a:off x="5663023" y="3525075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55C5590-E439-8BC0-CB2C-93D7FC5697BC}"/>
                </a:ext>
              </a:extLst>
            </p:cNvPr>
            <p:cNvGrpSpPr/>
            <p:nvPr/>
          </p:nvGrpSpPr>
          <p:grpSpPr>
            <a:xfrm>
              <a:off x="5663023" y="3231524"/>
              <a:ext cx="1843138" cy="180000"/>
              <a:chOff x="3999885" y="3525075"/>
              <a:chExt cx="1843138" cy="1800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A3900E32-754D-1182-12BD-D2C18C1EEC77}"/>
                  </a:ext>
                </a:extLst>
              </p:cNvPr>
              <p:cNvSpPr/>
              <p:nvPr/>
            </p:nvSpPr>
            <p:spPr>
              <a:xfrm>
                <a:off x="3999885" y="3525075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DA9A7837-91D5-39F4-139F-CFDD1AFBFD78}"/>
                  </a:ext>
                </a:extLst>
              </p:cNvPr>
              <p:cNvSpPr/>
              <p:nvPr/>
            </p:nvSpPr>
            <p:spPr>
              <a:xfrm>
                <a:off x="4534135" y="3525075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4056744-DDFF-358C-7234-AC9E19920F3E}"/>
                  </a:ext>
                </a:extLst>
              </p:cNvPr>
              <p:cNvSpPr/>
              <p:nvPr/>
            </p:nvSpPr>
            <p:spPr>
              <a:xfrm>
                <a:off x="5057809" y="3525075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50AE7ED2-AC7D-14B7-CFF1-2614A1C17D43}"/>
                  </a:ext>
                </a:extLst>
              </p:cNvPr>
              <p:cNvSpPr/>
              <p:nvPr/>
            </p:nvSpPr>
            <p:spPr>
              <a:xfrm>
                <a:off x="5663023" y="3525075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F8735F2-0A17-3BA1-C43D-532AA983BB1D}"/>
                </a:ext>
              </a:extLst>
            </p:cNvPr>
            <p:cNvGrpSpPr/>
            <p:nvPr/>
          </p:nvGrpSpPr>
          <p:grpSpPr>
            <a:xfrm>
              <a:off x="5691884" y="1795074"/>
              <a:ext cx="1843138" cy="180000"/>
              <a:chOff x="3999885" y="3525075"/>
              <a:chExt cx="1843138" cy="180000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E19A2E1-E304-252C-C8E8-A5D08E39C5E9}"/>
                  </a:ext>
                </a:extLst>
              </p:cNvPr>
              <p:cNvSpPr/>
              <p:nvPr/>
            </p:nvSpPr>
            <p:spPr>
              <a:xfrm>
                <a:off x="3999885" y="3525075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3F58FE3E-CD40-4891-090D-658F1C0534FB}"/>
                  </a:ext>
                </a:extLst>
              </p:cNvPr>
              <p:cNvSpPr/>
              <p:nvPr/>
            </p:nvSpPr>
            <p:spPr>
              <a:xfrm>
                <a:off x="4534135" y="3525075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EE244D00-1098-B7A9-D3E3-AFBFBDE5ABEE}"/>
                  </a:ext>
                </a:extLst>
              </p:cNvPr>
              <p:cNvSpPr/>
              <p:nvPr/>
            </p:nvSpPr>
            <p:spPr>
              <a:xfrm>
                <a:off x="5057809" y="3525075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F0F0A8E3-ECA7-606F-670D-AC8BCE657D14}"/>
                  </a:ext>
                </a:extLst>
              </p:cNvPr>
              <p:cNvSpPr/>
              <p:nvPr/>
            </p:nvSpPr>
            <p:spPr>
              <a:xfrm>
                <a:off x="5663023" y="3525075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A1D14B8-0327-66E4-DD40-1A9EAE9DC2DD}"/>
                </a:ext>
              </a:extLst>
            </p:cNvPr>
            <p:cNvSpPr txBox="1"/>
            <p:nvPr/>
          </p:nvSpPr>
          <p:spPr>
            <a:xfrm>
              <a:off x="6964868" y="2132122"/>
              <a:ext cx="10432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rgbClr val="92D050"/>
                  </a:solidFill>
                </a:rPr>
                <a:t>8 </a:t>
              </a:r>
              <a:r>
                <a:rPr lang="es-ES" dirty="0" err="1">
                  <a:solidFill>
                    <a:srgbClr val="92D050"/>
                  </a:solidFill>
                </a:rPr>
                <a:t>px</a:t>
              </a:r>
              <a:endParaRPr lang="es-ES" dirty="0">
                <a:solidFill>
                  <a:srgbClr val="92D050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87C776D-14EA-684F-7494-A19388816FF9}"/>
                </a:ext>
              </a:extLst>
            </p:cNvPr>
            <p:cNvSpPr txBox="1"/>
            <p:nvPr/>
          </p:nvSpPr>
          <p:spPr>
            <a:xfrm>
              <a:off x="5474649" y="3816698"/>
              <a:ext cx="10432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rgbClr val="92D050"/>
                  </a:solidFill>
                </a:rPr>
                <a:t>8 </a:t>
              </a:r>
              <a:r>
                <a:rPr lang="es-ES" dirty="0" err="1">
                  <a:solidFill>
                    <a:srgbClr val="92D050"/>
                  </a:solidFill>
                </a:rPr>
                <a:t>px</a:t>
              </a:r>
              <a:endParaRPr lang="es-ES" dirty="0">
                <a:solidFill>
                  <a:srgbClr val="92D050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67D1DCD-201F-3BD0-FB43-0217805E6D81}"/>
                </a:ext>
              </a:extLst>
            </p:cNvPr>
            <p:cNvSpPr txBox="1"/>
            <p:nvPr/>
          </p:nvSpPr>
          <p:spPr>
            <a:xfrm>
              <a:off x="3057502" y="2332428"/>
              <a:ext cx="1642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rgbClr val="FF0000"/>
                  </a:solidFill>
                </a:rPr>
                <a:t>COWORKING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6348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37</Words>
  <Application>Microsoft Office PowerPoint</Application>
  <PresentationFormat>Widescreen</PresentationFormat>
  <Paragraphs>35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Ivo Iorio</dc:creator>
  <cp:lastModifiedBy>Ivo Iorio</cp:lastModifiedBy>
  <cp:revision>1</cp:revision>
  <dcterms:created xsi:type="dcterms:W3CDTF">2026-06-04T19:36:01Z</dcterms:created>
  <dcterms:modified xsi:type="dcterms:W3CDTF">2026-06-05T00:05:27Z</dcterms:modified>
</cp:coreProperties>
</file>